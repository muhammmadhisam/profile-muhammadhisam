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— Muhammadhisam Pala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Selected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Expertise &amp; career 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ERC — Centralized Energy Data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ERC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 Manager — Gas Pool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Verso PO/PR — Procurement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Verso PO/PR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Prolab — Health Service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Prolab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MoveSook — On-demand Moving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MoveSook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ICMT — ระบบบริการจัดการแท็บเล็ต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ICMT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M-MERT — Maritime Emergency Medical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M-MERT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Clinic Booking + AI Chatbot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Clinic Booking + AI — More screens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side projects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&amp;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ver — Muhammadhisam Pala" descr="s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lected work" descr="s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xpertise &amp; career timeline" descr="s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What I do" descr="s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RC — Centralized Energy Data Platform" descr="s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RC — More screens" descr="s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ool Manager — Gas Pool Management" descr="s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Verso PO/PR — Procurement Workflow" descr="s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Verso PO/PR — More screens" descr="s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rolab — Health Service Platform" descr="s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rolab — More screens" descr="s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eSook — On-demand Moving Platform" descr="s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eSook — More screens" descr="s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CMT — ระบบบริการจัดการแท็บเล็ต" descr="s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CMT — More screens" descr="s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-MERT — Maritime Emergency Medical" descr="s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-MERT — More screens" descr="s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linic Booking + AI Chatbot" descr="s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linic Booking + AI — More screens" descr="s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re side projects" descr="s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ills &amp; technologies" descr="s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hank you" descr="s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Muhammadhisam Pala — Software Developer Portfolio 2026</dc:title>
  <dc:subject>Software Developer Portfolio</dc:subject>
  <dc:creator>Muhammadhisam Pala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